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786093c2a2434f" /><Relationship Type="http://schemas.openxmlformats.org/officeDocument/2006/relationships/extended-properties" Target="/docProps/app.xml" Id="Rd130080f4b7a4c6f" /><Relationship Type="http://schemas.openxmlformats.org/officeDocument/2006/relationships/officeDocument" Target="/ppt/presentation.xml" Id="R131592c63eee43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c9355484df4515"/>
  </p:sldMasterIdLst>
  <p:notesMasterIdLst>
    <p:notesMasterId xmlns:r="http://schemas.openxmlformats.org/officeDocument/2006/relationships" r:id="Rdf9f409d4ed6401e"/>
  </p:notesMasterIdLst>
  <p:sldIdLst>
    <p:sldId xmlns:r="http://schemas.openxmlformats.org/officeDocument/2006/relationships" id="256" r:id="R473218bc55804480"/>
    <p:sldId xmlns:r="http://schemas.openxmlformats.org/officeDocument/2006/relationships" id="257" r:id="R12bbe98b5ed142c6"/>
    <p:sldId xmlns:r="http://schemas.openxmlformats.org/officeDocument/2006/relationships" id="258" r:id="Rff31c9fd72314f77"/>
    <p:sldId xmlns:r="http://schemas.openxmlformats.org/officeDocument/2006/relationships" id="259" r:id="R5c5621dc0b9c4a62"/>
    <p:sldId xmlns:r="http://schemas.openxmlformats.org/officeDocument/2006/relationships" id="260" r:id="Rc117911eea1b4538"/>
    <p:sldId xmlns:r="http://schemas.openxmlformats.org/officeDocument/2006/relationships" id="261" r:id="R5dc30757d3e2483a"/>
    <p:sldId xmlns:r="http://schemas.openxmlformats.org/officeDocument/2006/relationships" id="262" r:id="Rf14d3755e98b4137"/>
    <p:sldId xmlns:r="http://schemas.openxmlformats.org/officeDocument/2006/relationships" id="263" r:id="R3722995d2d0f41cd"/>
    <p:sldId xmlns:r="http://schemas.openxmlformats.org/officeDocument/2006/relationships" id="264" r:id="R58ec4d27fd634e80"/>
    <p:sldId xmlns:r="http://schemas.openxmlformats.org/officeDocument/2006/relationships" id="265" r:id="Rb5b8d263d14e4187"/>
    <p:sldId xmlns:r="http://schemas.openxmlformats.org/officeDocument/2006/relationships" id="266" r:id="Rd635c256f7814a4b"/>
    <p:sldId xmlns:r="http://schemas.openxmlformats.org/officeDocument/2006/relationships" id="267" r:id="Rdfbc098f949d4ece"/>
    <p:sldId xmlns:r="http://schemas.openxmlformats.org/officeDocument/2006/relationships" id="268" r:id="Rb8d98bacc2ae4b73"/>
    <p:sldId xmlns:r="http://schemas.openxmlformats.org/officeDocument/2006/relationships" id="269" r:id="R5647c7c2294e4cd5"/>
    <p:sldId xmlns:r="http://schemas.openxmlformats.org/officeDocument/2006/relationships" id="270" r:id="Rf10131eb71124405"/>
    <p:sldId xmlns:r="http://schemas.openxmlformats.org/officeDocument/2006/relationships" id="271" r:id="R5acb7d82474e4fe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458a62e7b2477c" /><Relationship Type="http://schemas.openxmlformats.org/officeDocument/2006/relationships/slideMaster" Target="/ppt/slideMasters/slideMaster1.xml" Id="Rdfc9355484df4515" /><Relationship Type="http://schemas.openxmlformats.org/officeDocument/2006/relationships/notesMaster" Target="/ppt/notesMasters/notesMaster1.xml" Id="Rdf9f409d4ed6401e" /><Relationship Type="http://schemas.openxmlformats.org/officeDocument/2006/relationships/presProps" Target="/ppt/presProps.xml" Id="Re16c144849b540a8" /><Relationship Type="http://schemas.openxmlformats.org/officeDocument/2006/relationships/viewProps" Target="/ppt/viewProps.xml" Id="Rc506d85db36a4523" /><Relationship Type="http://schemas.openxmlformats.org/officeDocument/2006/relationships/tableStyles" Target="/ppt/tableStyles.xml" Id="R63abf516503549eb" /><Relationship Type="http://schemas.openxmlformats.org/officeDocument/2006/relationships/slide" Target="/ppt/slides/slide1.xml" Id="R473218bc55804480" /><Relationship Type="http://schemas.openxmlformats.org/officeDocument/2006/relationships/slide" Target="/ppt/slides/slide2.xml" Id="R12bbe98b5ed142c6" /><Relationship Type="http://schemas.openxmlformats.org/officeDocument/2006/relationships/slide" Target="/ppt/slides/slide3.xml" Id="Rff31c9fd72314f77" /><Relationship Type="http://schemas.openxmlformats.org/officeDocument/2006/relationships/slide" Target="/ppt/slides/slide4.xml" Id="R5c5621dc0b9c4a62" /><Relationship Type="http://schemas.openxmlformats.org/officeDocument/2006/relationships/slide" Target="/ppt/slides/slide5.xml" Id="Rc117911eea1b4538" /><Relationship Type="http://schemas.openxmlformats.org/officeDocument/2006/relationships/slide" Target="/ppt/slides/slide6.xml" Id="R5dc30757d3e2483a" /><Relationship Type="http://schemas.openxmlformats.org/officeDocument/2006/relationships/slide" Target="/ppt/slides/slide7.xml" Id="Rf14d3755e98b4137" /><Relationship Type="http://schemas.openxmlformats.org/officeDocument/2006/relationships/slide" Target="/ppt/slides/slide8.xml" Id="R3722995d2d0f41cd" /><Relationship Type="http://schemas.openxmlformats.org/officeDocument/2006/relationships/slide" Target="/ppt/slides/slide9.xml" Id="R58ec4d27fd634e80" /><Relationship Type="http://schemas.openxmlformats.org/officeDocument/2006/relationships/slide" Target="/ppt/slides/slide10.xml" Id="Rb5b8d263d14e4187" /><Relationship Type="http://schemas.openxmlformats.org/officeDocument/2006/relationships/slide" Target="/ppt/slides/slide11.xml" Id="Rd635c256f7814a4b" /><Relationship Type="http://schemas.openxmlformats.org/officeDocument/2006/relationships/slide" Target="/ppt/slides/slide12.xml" Id="Rdfbc098f949d4ece" /><Relationship Type="http://schemas.openxmlformats.org/officeDocument/2006/relationships/slide" Target="/ppt/slides/slide13.xml" Id="Rb8d98bacc2ae4b73" /><Relationship Type="http://schemas.openxmlformats.org/officeDocument/2006/relationships/slide" Target="/ppt/slides/slide14.xml" Id="R5647c7c2294e4cd5" /><Relationship Type="http://schemas.openxmlformats.org/officeDocument/2006/relationships/slide" Target="/ppt/slides/slide15.xml" Id="Rf10131eb71124405" /><Relationship Type="http://schemas.openxmlformats.org/officeDocument/2006/relationships/slide" Target="/ppt/slides/slide16.xml" Id="R5acb7d82474e4f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1ad0df37874f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1388c96b5a4379" /><Relationship Type="http://schemas.openxmlformats.org/officeDocument/2006/relationships/notesMaster" Target="/ppt/notesMasters/notesMaster1.xml" Id="R9ed73a33aa354c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d2d971efc548be" /><Relationship Type="http://schemas.openxmlformats.org/officeDocument/2006/relationships/notesMaster" Target="/ppt/notesMasters/notesMaster1.xml" Id="Rc23a5713b13c4f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c705c306184bd3" /><Relationship Type="http://schemas.openxmlformats.org/officeDocument/2006/relationships/notesMaster" Target="/ppt/notesMasters/notesMaster1.xml" Id="R1bf48129948841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9aacb615e1477a" /><Relationship Type="http://schemas.openxmlformats.org/officeDocument/2006/relationships/notesMaster" Target="/ppt/notesMasters/notesMaster1.xml" Id="R6d873786369444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77804c34724a50" /><Relationship Type="http://schemas.openxmlformats.org/officeDocument/2006/relationships/notesMaster" Target="/ppt/notesMasters/notesMaster1.xml" Id="R82a548a4a6e549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08276e0c07480e" /><Relationship Type="http://schemas.openxmlformats.org/officeDocument/2006/relationships/notesMaster" Target="/ppt/notesMasters/notesMaster1.xml" Id="Rda30439997f14b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cc348d7ef14016" /><Relationship Type="http://schemas.openxmlformats.org/officeDocument/2006/relationships/notesMaster" Target="/ppt/notesMasters/notesMaster1.xml" Id="R915d2b01f2b145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5db32d5bbc46d3" /><Relationship Type="http://schemas.openxmlformats.org/officeDocument/2006/relationships/notesMaster" Target="/ppt/notesMasters/notesMaster1.xml" Id="Ra0161f7235174a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b1811220924ea3" /><Relationship Type="http://schemas.openxmlformats.org/officeDocument/2006/relationships/notesMaster" Target="/ppt/notesMasters/notesMaster1.xml" Id="R2d41dc053e2c43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2c640837ef490f" /><Relationship Type="http://schemas.openxmlformats.org/officeDocument/2006/relationships/notesMaster" Target="/ppt/notesMasters/notesMaster1.xml" Id="R063c2498efe94a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e42992170d49ad" /><Relationship Type="http://schemas.openxmlformats.org/officeDocument/2006/relationships/notesMaster" Target="/ppt/notesMasters/notesMaster1.xml" Id="R4d4431ef0e8944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9c3fcbe95341ac" /><Relationship Type="http://schemas.openxmlformats.org/officeDocument/2006/relationships/notesMaster" Target="/ppt/notesMasters/notesMaster1.xml" Id="Rce901f3ef7b142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ac73c4f23f4f5c" /><Relationship Type="http://schemas.openxmlformats.org/officeDocument/2006/relationships/notesMaster" Target="/ppt/notesMasters/notesMaster1.xml" Id="R6b5c12909b544a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e5ca49ad9e4778" /><Relationship Type="http://schemas.openxmlformats.org/officeDocument/2006/relationships/notesMaster" Target="/ppt/notesMasters/notesMaster1.xml" Id="R573aece2db0a46c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a12aec35f5410d" /><Relationship Type="http://schemas.openxmlformats.org/officeDocument/2006/relationships/notesMaster" Target="/ppt/notesMasters/notesMaster1.xml" Id="R86723984b52d436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cb2efcc5a1a432b" /><Relationship Type="http://schemas.openxmlformats.org/officeDocument/2006/relationships/notesMaster" Target="/ppt/notesMasters/notesMaster1.xml" Id="R620570473c924f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3b0d0efc104d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8a3ed858ba4aa1" /><Relationship Type="http://schemas.openxmlformats.org/officeDocument/2006/relationships/slideLayout" Target="/ppt/slideLayouts/slideLayout1.xml" Id="Rc9db25866dae47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db25866dae47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e6c50d27f48c7" /><Relationship Type="http://schemas.openxmlformats.org/officeDocument/2006/relationships/notesSlide" Target="/ppt/notesSlides/notesSlide1.xml" Id="Rc6fd8293fa6545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ea8a320eb4cb6" /><Relationship Type="http://schemas.openxmlformats.org/officeDocument/2006/relationships/notesSlide" Target="/ppt/notesSlides/notesSlide2.xml" Id="R91228e79552444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387fd460f4041" /><Relationship Type="http://schemas.openxmlformats.org/officeDocument/2006/relationships/notesSlide" Target="/ppt/notesSlides/notesSlide3.xml" Id="Rc32059e7fba34b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a1a26ef7d4ab3" /><Relationship Type="http://schemas.openxmlformats.org/officeDocument/2006/relationships/notesSlide" Target="/ppt/notesSlides/notesSlide4.xml" Id="R8f2f42dddc8944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79da436b44377" /><Relationship Type="http://schemas.openxmlformats.org/officeDocument/2006/relationships/notesSlide" Target="/ppt/notesSlides/notesSlide5.xml" Id="R018efbf1303d47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12ddc7e304f25" /><Relationship Type="http://schemas.openxmlformats.org/officeDocument/2006/relationships/notesSlide" Target="/ppt/notesSlides/notesSlide6.xml" Id="R3a08dd9b8b1d4c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44e6ad379482e" /><Relationship Type="http://schemas.openxmlformats.org/officeDocument/2006/relationships/notesSlide" Target="/ppt/notesSlides/notesSlide7.xml" Id="R3ac49b3752094c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c9d337bbd4d1a" /><Relationship Type="http://schemas.openxmlformats.org/officeDocument/2006/relationships/notesSlide" Target="/ppt/notesSlides/notesSlide8.xml" Id="R4ba719c3c5c746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dc19466b34b1f" /><Relationship Type="http://schemas.openxmlformats.org/officeDocument/2006/relationships/notesSlide" Target="/ppt/notesSlides/notesSlide9.xml" Id="R4a36ec87bff349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6eaa71e3b4521" /><Relationship Type="http://schemas.openxmlformats.org/officeDocument/2006/relationships/notesSlide" Target="/ppt/notesSlides/notesSlide10.xml" Id="R6e081e20d60842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d4a4b3a7f4dc2" /><Relationship Type="http://schemas.openxmlformats.org/officeDocument/2006/relationships/notesSlide" Target="/ppt/notesSlides/notesSlide11.xml" Id="R7be4880687694b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64bf4ddf74b36" /><Relationship Type="http://schemas.openxmlformats.org/officeDocument/2006/relationships/notesSlide" Target="/ppt/notesSlides/notesSlide12.xml" Id="R46c0d3eb110040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04468f7f44bb2" /><Relationship Type="http://schemas.openxmlformats.org/officeDocument/2006/relationships/notesSlide" Target="/ppt/notesSlides/notesSlide13.xml" Id="R695ca82dcc604a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887b1038d48bd" /><Relationship Type="http://schemas.openxmlformats.org/officeDocument/2006/relationships/notesSlide" Target="/ppt/notesSlides/notesSlide14.xml" Id="Rc5b1132603c9497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48f7cf445494b" /><Relationship Type="http://schemas.openxmlformats.org/officeDocument/2006/relationships/notesSlide" Target="/ppt/notesSlides/notesSlide15.xml" Id="Rfc8266434cb4432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c087f0aaf4a8f" /><Relationship Type="http://schemas.openxmlformats.org/officeDocument/2006/relationships/notesSlide" Target="/ppt/notesSlides/notesSlide16.xml" Id="R41b2366db06544d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74A6DE-D9F9-4A35-B989-10D130CA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FBE18-F171-449D-8CD9-8B2C07BC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Codex Impact Workshop · 선발 사회혁신가 소개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049FB-B966-4964-86EC-F3C3CDF5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8F73A-F030-421E-9325-B4AE6359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609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선발 사회혁신가 소개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73E8C-1CC5-4D1F-B7D9-F5076930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과제 분류 기준 그룹핑 · 사회혁신가 15명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9922A-C9AB-4926-B3B0-716A7BB4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65B9C-0219-431A-88D3-CC256A2F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2450"/>
            <a:ext cx="190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현장 데이터 구조화 · 분석형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7CA84-BCEA-4D73-B03A-D0386C60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DF965-942C-437B-B0BF-6DF5843C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2450"/>
            <a:ext cx="190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성과평가 · 의사결정 도구형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A5520-0111-4FC1-BDC8-55BF66F8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19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4A8FD-6955-4160-A3A0-77B55F42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190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제품 · 서비스 MVP형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19E88-5A0B-4FCE-97FC-BAAFEA89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819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CDAB1-8440-4AAA-9A8F-B0AA3E46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895350"/>
            <a:ext cx="190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중간지원조직 확산형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DF8C9-3D42-4F7C-A496-545DC7EC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066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F85060-0FC3-4383-8602-0D9E4DAC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과제 분류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02FFE-59EC-4AEA-AA1F-4C0A297C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409700"/>
            <a:ext cx="1352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E753EF-D029-46CE-AF7E-3A15792A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0970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소속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42049A-5703-4CF9-80EB-E622A717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409700"/>
            <a:ext cx="2400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역할/직함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87533-40D8-43A7-B718-0967A714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E0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3A7B7C-AA21-4BEC-8866-E5DC71D5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1C2431-29D6-442C-B4DF-6D6FD88C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현장 데이터 구조화·분석형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850B6F-8692-4EB9-A9E4-F05AA436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7145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김은태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C09726-18ED-4118-B51D-D16CDD5B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14500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화성시동탄아르딤복지관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B89F81-01B9-4F54-AF1A-BD67E123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145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부장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248B3C-C15D-4607-AE07-AEDB96EA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7620">
            <a:solidFill>
              <a:srgbClr val="D9E0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4665B7-6E9D-40B5-9A55-85A6BB69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07F3DE-4176-4508-AF78-E7342361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현장 데이터 구조화·분석형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F6F6CF-29B0-41C5-95D6-8D74902B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002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이윤지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ECA701-ED01-40F1-9D50-76DCBFBA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00250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사회복지법인굿네이버스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F3FD27-90C8-4F9C-863F-14DF03FB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실무자/차장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3EF3A3-37EC-46B3-B0E6-371037B7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E0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49767A-1157-427E-B415-82E14FB2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529172-A0E8-4BBF-87AF-10590070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현장 데이터 구조화·분석형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7AD547-22F1-4ACB-961D-53FF13D0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860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박세미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DCCC2F-F3E1-4FF5-8644-D2FBA61C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86000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사단법인 김제동과어깨동무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1E5FD3-D544-49DF-A77F-378C551D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860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사무팀장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F8553D-A95E-4BD4-B7A4-8C93648B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5550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7620">
            <a:solidFill>
              <a:srgbClr val="D9E0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2223BB-7F01-48F0-84D7-1AF3FE10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555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51D62D-469E-4BB6-9372-197A71CD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현장 데이터 구조화·분석형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9F04AA-BA86-4FDA-9B72-8152BA6A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717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김지연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86EE4B-B025-4A56-BCB8-6503F0B9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굿네이버스글로벌임팩트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826383-CFF8-4225-8959-37457054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수석매니저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2BA428-F25B-4B46-96D4-C56A6DCE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E0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AAAAB9-9663-45A7-9B10-0B239E99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EB50D7-2F0B-4035-BB0D-D3A27828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성과평가·의사결정 도구형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133157-9553-49F4-BA97-ECC110BE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575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이동이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313F8A-2AFA-4371-A49D-C819554C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사단법인 서울환경연합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F3DCCB4-4FD5-4A24-8F53-6ECD6BE9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575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사무처장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B86E4F-293D-4D7A-A30B-3B79A599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7620">
            <a:solidFill>
              <a:srgbClr val="D9E0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E6739D-5CB0-4EB0-B379-1F501FBC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D4FE67F-FF0B-4F13-A160-6A9BEB77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성과평가·의사결정 도구형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BBEA76-6A68-49A8-88E4-67605767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432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조하정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6189E5-FDAC-40A7-A64F-15A7B629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부천희망재단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162110-8057-42D0-B7CE-281DF20C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사무국장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9B51745-6DA3-43B3-9209-C5D4222D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E0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E1127F6-5992-47E7-A314-B3C58B06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9E138EF-B009-4E81-88C3-1297CF6D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성과평가·의사결정 도구형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D5774C4-8602-4E86-93E1-A5311CB2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290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이젠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0BF255D-B1A3-43FA-A6E2-F5B70AA3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29000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개인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A05BA44-D877-467F-8075-52E011C1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290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경북 청도에서 AI 야학 프로그램 운영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19BCBA-FC5D-4DE3-8578-6BB9BF8C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7620">
            <a:solidFill>
              <a:srgbClr val="D9E0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F95D18D-91AB-4145-A8E9-9A920B62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74261F7-45E6-489C-8513-FA54F4E7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성과평가·의사결정 도구형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070601E-F2DC-4753-8B24-58C981BD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147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김성규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A56A984-ACAA-4C89-8427-CD4D7B9A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14750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함께만드는세상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7249F12-589B-4E25-BB34-D04AAAE7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147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경영지원/과장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881D18A-35A3-434C-AAF8-2C3A1CB1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E0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218042F-E1CB-49EE-9157-9F022A88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D39AE1B-733E-4C9A-A26A-72009D97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제품·서비스 MVP형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7004252-80F6-467A-8BC1-43CD0B10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005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김하나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C694B0D-F72C-4229-8355-F5AA6928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00500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(주)브라더스키퍼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65B5488-16FC-4EC0-9524-F3C6B0C7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005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대표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D973C1C-329E-41DF-8AD7-00CFA5C7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7620">
            <a:solidFill>
              <a:srgbClr val="D9E0E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314A9BD-042F-4F45-B908-0F20DBBA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D27983B-7D06-416B-85AB-07783224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제품·서비스 MVP형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264DBD2-4DB0-495D-992B-DF1223F9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862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홍원준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3671540-479C-458D-826A-AA808AFB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86250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디지털자산기부연구회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9F90B87-11D1-44F2-991D-1669AE76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86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회장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D5BD221-CA16-476D-8DA5-CB69E370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E0E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861512B-F091-4B4D-9007-BD7D29F1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9FEB6D7-16DA-448A-86B3-38935E41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제품·서비스 MVP형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5FC1B77-08A2-49B4-98B6-F3DD0BFB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720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박혜민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51BEB3E-AF8D-4373-9849-D90E3C9B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572000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뉴웨이즈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4EC754B-2BEE-4F71-8815-A7E9E5B8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720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대표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6B461E4-07A0-4DC8-A55C-1BAB2DFB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7620">
            <a:solidFill>
              <a:srgbClr val="D9E0E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F7B2AFB-A535-41F3-AE7A-A0AF8943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89F4A64-CDFB-4F99-AC94-004F34D3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제품·서비스 MVP형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4BE6568-93A9-4FF8-810F-720331E9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577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이호경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8BB594F-941B-46AE-AACD-E8AECCE0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57750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링키지랩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F571644-AE3B-4438-8FC9-3EB93606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577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디지털 접근성 QA 진행 / 책임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068052A-3B1F-46E4-8850-38F22A21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E0E7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59347C3-0F2A-4794-A1FB-13B55B73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C52F121-FD2A-4C1E-BE06-3CD0E0D5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제품·서비스 MVP형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8D34DB2-C22E-4339-963F-E5CA4FDB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1435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최효진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1D7C97F-3E0A-4ECF-9C1E-F67AF127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43500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중앙사회서비스원(개인)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5D6F45F-DC9E-43F8-A6C1-30E43601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435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대리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1F8E5B9-E3F6-423C-A52E-5895CD44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E0E7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1CE6D71-0C8F-4C99-8071-856C56F9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DA94D4B-F244-471A-B0E5-2B5EF1B1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중간지원조직 확산형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891C487-06B7-42C3-BBF3-2EEB662B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4292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조성훈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ECB9FF3-6852-447E-87E3-2050EEE0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29250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푸른나무재단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94DC000-3A5D-461E-B0CF-1E2E66E6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4292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센터장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049E820-D339-4ED9-A752-880FDAA9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7620">
            <a:solidFill>
              <a:srgbClr val="D9E0E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6936A29-4D0D-4C66-B67A-F2F84E06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FACF11F-13B8-4C98-B724-5E0B7FBB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중간지원조직 확산형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2C5BA27-F84F-4882-AD15-66F7885C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7150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이상화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D47B17A-8230-4FF0-A9B6-B6771590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715000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경기도공익활동지원센터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8E5AB06-EEAD-4C5A-976D-2BF8DBE6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7150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기획홍보팀장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7DFC0E5-2FC0-4631-8921-8364657E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연락처와 이메일은 개인정보 보호를 위해 제외했습니다.</a:t>
            </a:r>
          </a:p>
        </p:txBody>
      </p:sp>
    </p:spTree>
    <p:extLst>
      <p:ext uri="{BB962C8B-B14F-4D97-AF65-F5344CB8AC3E}">
        <p14:creationId xmlns:p14="http://schemas.microsoft.com/office/powerpoint/2010/main" val="18548317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410799-7A33-42D6-BA5F-8AEE48D1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0B2DD-3DAC-4015-AB26-4035F30A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460EC-077C-4FB5-AE25-037FA369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Codex Impact Workshop · 선발 사회혁신가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755E8-AE8A-4E20-B3A2-FA6075EA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C35F8-7F39-4586-A1E0-746A80AC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김은태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B3C2E-3F17-4E5D-833A-BBB32513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화성시동탄아르딤복지관 · 부장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CA72E-82E5-4436-8251-C28C9182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61E55-6400-4108-B24C-958FCFC1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2925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현장 데이터 구조화·분석형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EB604-0BDC-42B2-8F86-0F9378B0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89983-F9A6-4389-A4B2-00F45493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참여 동기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E90C6-266D-4933-A64A-83901042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B0A21-02F8-48C4-B158-3168148D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장애인복지 현장의 실제 데이터와 문서를 Codex 기반 결과물로 구조화해, 바로 적용 가능한 작은 실험 모델을 만들고자 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44753-E107-47B4-AAEE-954DE94A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해결하고 싶은 문제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EE65EF-00C3-4641-BBF7-78087A66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C6388C-CFCA-4488-A654-A0F120B4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재활 세션 후 구두·수기 메모를 공식 일지와 기관 보고서 양식으로 바꾸는 작업이 매일 반복됩니다.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387B4E-2A33-48F2-9181-C68C2FCC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현재 처리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E9F63F-4AF6-41AC-A562-91C22D27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BC90A7-347C-413A-B189-F929DCDA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치료사와 사회복지사가 키워드 메모를 남긴 뒤 퇴근 전 기억을 되짚어 수기로 타이핑하거나 과거 일지를 복사해 수정합니다.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8CC577-B5B3-48C6-9822-316C0E49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반복 업무 / 병목 / 비용·시간 낭비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D1D0EB-12A3-43BB-A930-58D23A08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21B7C8-4A64-4F82-A6FB-3DF2E2E2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비정형 메모를 정형 보고서로 다듬는 행정 시간이 본질적인 재활 서비스 시간을 잠식합니다.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F94DB2-CDFC-411A-9527-D7243B59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개발자와 함께 해보고 싶은 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F5C889-B2EC-4854-AA9E-26FB0768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2265F4-D6BE-44C0-8927-8D7E89A4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현장 메모를 입력하면 재활 전문 용어가 포함된 표준 일지로 변환하고, 누적 일지를 월간 보고서로 요약하는 AI 프로토타입을 원합니다.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754EC-F3A2-4214-A654-8FAEBFC9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해결 후 기대 변화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EC7017-EDA9-4436-865E-19C684AB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352DDA-BF32-4597-8A56-DB20E4DB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행정 피로를 줄이고 이용인 대면 서비스에 더 집중할 수 있으며, 기관 차원의 서비스 데이터를 더 체계적으로 관리할 수 있습니다.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364F18-D872-43A9-BEB8-A6025BFB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CFA99B-DAFE-45CA-8EB3-BA5761B4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소개 포인트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9E8669-0D34-4181-9A64-E510E0EA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53100"/>
            <a:ext cx="904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현장 데이터 구조화·분석형 · 재활 세션 후 구두·수기 메모를 공식 일지와 기관 보고서 양식으로 바꾸는 작업이 매일 반복됩니다.</a:t>
            </a:r>
          </a:p>
        </p:txBody>
      </p:sp>
    </p:spTree>
    <p:extLst>
      <p:ext uri="{BB962C8B-B14F-4D97-AF65-F5344CB8AC3E}">
        <p14:creationId xmlns:p14="http://schemas.microsoft.com/office/powerpoint/2010/main" val="2892196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84F331-3A73-4CC9-A332-5A6302DD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60A46-71DB-402E-BFC8-7453641A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3F1D0-D743-413D-B724-9ADFEC7B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Codex Impact Workshop · 선발 사회혁신가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75AE8-3BFA-4EDF-9B27-B8842189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6F775-F710-4B6F-BDE6-3F832418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이윤지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17858-1ED1-4384-B9B9-26EEE27E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사회복지법인굿네이버스 · 실무자/차장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2D220-C8C2-49CE-B43A-CEC1FB61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5BAC3-DCA2-41C5-A4BC-4AA7150D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2925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현장 데이터 구조화·분석형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B54C9-AC01-440F-A628-A25DD4E9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77EB88-91E8-4E38-A44E-EB75E36D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참여 동기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14ABD-BBE1-46CC-B589-446427BF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5E3F7-E995-4F68-B781-9771AC54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혼자 상상해온 업무 개선 아이디어를 개발자와 함께 실제로 만들어보며 기술적 가능성을 확인하고 싶습니다.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A3AEDF-E6EF-46E7-8E67-CBDC3B96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해결하고 싶은 문제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09899-4BE2-4A7C-AF33-2A12981A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A4609-A3D6-49DA-A311-CA3A99D3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사회가치측정에서 종이 설문은 응답률과 중복 방지에 유리하지만, 이후 데이터 입력과 정리가 모두 수작업입니다.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B7ABE-219C-4110-A2BC-FC8D43D0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현재 처리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62329-D733-45EF-AE0F-FA8352E8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68AA3A-008C-4532-BAD6-D24B9CBC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종이 설문 결과를 다시 입력·정리·분석하고, 소규모 설문도 기존 척도를 구글폼으로 옮기는 행정 소모가 큽니다.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0B114C-0C02-46AD-BC20-DAC0FE19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반복 업무 / 병목 / 비용·시간 낭비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47ADE1-F59E-4983-80F1-8994C119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C91C12-5BF3-4A0A-AF93-2F393FF1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현장 실무자가 데이터를 수집하고 전산화하는 부담을 떠안고 있어 관리자 중심의 분석 효율화와 불균형이 생깁니다.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227E1E-62A3-4539-9E0F-51A14608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개발자와 함께 해보고 싶은 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E39C84-9C69-4A6C-BFA2-E9847C08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571B14-A29C-4A95-9895-05D24AC4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구조화된 설문지를 사진으로 스캔하거나 업로드하면 응답 데이터가 자동으로 코딩·업로드되는 흐름을 만들고 싶습니다.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306802-0060-4D6E-961A-4D27F715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해결 후 기대 변화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DD0B25-A992-4423-8314-3F0AF13A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C21031-C01D-4B08-A546-1B461E8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실무자는 반복 입력에서 벗어나 상담, 사례관리, 프로그램 운영 등 본연의 사회복지 서비스에 더 많은 시간을 쓸 수 있습니다.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00A712-2261-43E9-A521-011CFD4A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839295-3389-4B26-A443-259E3E68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소개 포인트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538631-5878-4835-903E-7DB0CA9F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53100"/>
            <a:ext cx="904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현장 데이터 구조화·분석형 · 사회가치측정에서 종이 설문은 응답률과 중복 방지에 유리하지만, 이후 데이터 입력과 정리가 모두 수작업입니다.</a:t>
            </a:r>
          </a:p>
        </p:txBody>
      </p:sp>
    </p:spTree>
    <p:extLst>
      <p:ext uri="{BB962C8B-B14F-4D97-AF65-F5344CB8AC3E}">
        <p14:creationId xmlns:p14="http://schemas.microsoft.com/office/powerpoint/2010/main" val="9810218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4ECCCA-FFA4-4CAA-A1B3-F9E3F6A7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94A3C-CF05-486A-B0CC-6E5E35B3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A3472-0139-43E3-A78B-59AA9001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Codex Impact Workshop · 선발 사회혁신가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EA582-4295-431B-9BC6-D9CE84D8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F32B2-5DC0-4F6B-B164-0879B157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박세미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EBD96-19EC-4AB5-9FB6-8B589EA2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사단법인 김제동과어깨동무 · 사무팀장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08100-981B-4220-91D3-65B02EE9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E60E5-48FC-48B3-86E2-EEE3E409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2925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현장 데이터 구조화·분석형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BE11C-8F2E-4CA3-A7D2-F58C35B4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D3C61-EDBE-46C2-BCE0-66362C81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참여 동기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4BCA8-FCBB-4E68-9F12-CF79A8EB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634A1-D22B-4522-A495-29E15D6B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번거로워서 미뤄왔던 사업 참여자 데이터 통합과 추적 관리를 이번 기회에 시도해보고 싶습니다.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BC5A8-7D6D-4A71-8A84-CDDF3EC0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해결하고 싶은 문제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9FC20-90CC-4244-95FA-13AF3A9A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C0D34-573B-40C7-8C6C-105410BF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10년간 여러 프로젝트가 운영됐지만 참가자와 단체 정보가 개별 엑셀 파일로 흩어져 누적 관리가 어렵습니다.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EFF0B-3D06-49DE-9092-A35FF818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현재 처리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E96E2E-C319-432D-AFBF-E106A3B2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28F349-1769-4578-94A2-7E86DDD1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사업별 신청자 파일을 따로 관리하며, 과거 신청·수혜·탈락·취소 이력을 한눈에 확인하지 못합니다.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738844-DBC8-4498-BFEF-FBDC880F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반복 업무 / 병목 / 비용·시간 낭비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072467-4BFC-41F6-9EB8-EBD8B0B2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6C263D-69CB-4580-89F6-EF1D643B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연락처나 단체명 기준 중복 확인을 수작업으로 하다 보니 누락이 생기고, 연말 참여자 규모 보고에도 시간이 걸립니다.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DFDEB8-056D-4EFF-82B7-1A92C99C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개발자와 함께 해보고 싶은 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871CAF-DD77-4C2E-9987-48DD6A4B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2E1615-957C-43D8-AA58-A9B8E508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사업별 신청자 엑셀을 업로드하면 이름·연락처 등으로 매칭해 참여 이력을 누적·추적하는 프로그램을 원합니다.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359E70-66CC-489A-87B7-04666891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해결 후 기대 변화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9C0D44-CBBF-48C1-B477-309E26E7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811990-A8A0-4210-9262-85483C14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지속적으로 참여하는 개인과 단체를 파악해 새 사업 제안을 더 정확하게 할 수 있습니다.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33B92F-3F2D-496C-B169-29A8C7C5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94E7F8-6C33-407E-B753-637090B9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소개 포인트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1AB77B-9F7A-48BA-8AF3-EC3D952E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53100"/>
            <a:ext cx="904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현장 데이터 구조화·분석형 · 10년간 여러 프로젝트가 운영됐지만 참가자와 단체 정보가 개별 엑셀 파일로 흩어져 누적 관리가 어렵습니다.</a:t>
            </a:r>
          </a:p>
        </p:txBody>
      </p:sp>
    </p:spTree>
    <p:extLst>
      <p:ext uri="{BB962C8B-B14F-4D97-AF65-F5344CB8AC3E}">
        <p14:creationId xmlns:p14="http://schemas.microsoft.com/office/powerpoint/2010/main" val="17315296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C1B6A9-AAE9-4D0E-95E0-C7023949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E853D-3F58-4AFD-A95D-B80ADE3A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D652D-86FC-4807-AD6C-F2B226D3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Codex Impact Workshop · 선발 사회혁신가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9CB04-F712-4388-9A0D-33708784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4EBBE-DAAD-495B-BD27-A8DDD6D7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김지연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090B3-E0E0-4E88-AF49-15196617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굿네이버스글로벌임팩트 · 수석매니저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94E08-0E72-44CD-9066-A20DB19C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8F957-E9DD-48A7-8194-A726E6BC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2925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현장 데이터 구조화·분석형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5597F-BA9E-4AE7-84B0-31D6D6AF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05747-467C-46E6-B381-7BCB6683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참여 동기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FF11E-F2BD-44E8-9D50-7B92E6EA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7AF87-BDA8-49D5-9205-8189A0EB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개발도상국 사회적기업 운영에서 커뮤니케이션과 업무 관리를 더 효율화하고 싶습니다.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2DBA93-2FCA-4BF0-88A5-09CCA413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해결하고 싶은 문제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035B6-98DF-40F5-9EA9-3595C6DA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6CB1BD-17AF-4CD7-B14B-495777EE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현지 사회적기업 데이터가 산발적으로 관리되어 자료를 찾거나 분석하기 어렵습니다.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C89EBF-76DF-40AB-A8CF-49101FBC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현재 처리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6279E1-0CD7-4775-8EAD-465BC23E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E0C59-114B-4F41-9968-572555A9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엑셀로 하나하나 관리하고, 현지 입력을 계속 리마인드하며 필요한 데이터를 매번 다시 묻고 모읍니다.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3E3B77-EC75-4405-AC60-A8AF19A0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반복 업무 / 병목 / 비용·시간 낭비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199382-08B2-46F3-B4FF-44DA03E6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BE3BF1-9E97-4D91-8C91-0E4B50FC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동일한 데이터가 여러 경로에 흩어져 있고, 백데이터 수집이 자료 제작 전 반복 부담으로 남습니다.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EC683C-F90D-43EF-8628-971D57FB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개발자와 함께 해보고 싶은 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19812-8B82-4D8A-9BC0-B999E14E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CC5FB6-F0B9-4F39-8876-38DE542C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웹앱과 데이터 정리·분석 도구를 통해 현지 입력, 업무 관리, 분석 흐름을 한곳에 모으고 싶습니다.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9B242F-FE7B-4F9B-B520-586E77EC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해결 후 기대 변화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FA2FCF-B8A3-4584-99F3-7F12D1B4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0087FF-E3D1-4AD4-8EFE-9D0BC593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반복 확인과 리마인드가 줄어 스트레스가 낮아지고, 자료 제작 속도와 분석 깊이가 함께 좋아집니다.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3A8494-BCA4-4AA9-A2D7-754641DB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8A08C1-9730-44E7-B2D1-55333C68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E3A8A"/>
                </a:solidFill>
                <a:latin typeface="Apple SD Gothic Neo"/>
                <a:ea typeface="Apple SD Gothic Neo"/>
                <a:cs typeface="Apple SD Gothic Neo"/>
              </a:rPr>
              <a:t>소개 포인트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D1DD8E-003F-42E7-9A36-7F8034DA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53100"/>
            <a:ext cx="904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현장 데이터 구조화·분석형 · 현지 사회적기업 데이터가 산발적으로 관리되어 자료를 찾거나 분석하기 어렵습니다.</a:t>
            </a:r>
          </a:p>
        </p:txBody>
      </p:sp>
    </p:spTree>
    <p:extLst>
      <p:ext uri="{BB962C8B-B14F-4D97-AF65-F5344CB8AC3E}">
        <p14:creationId xmlns:p14="http://schemas.microsoft.com/office/powerpoint/2010/main" val="3329983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3CF4C6-FFCA-4C11-8D1A-7206C42F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0CE6D-43FD-4EB6-ADAD-2EEBF93C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23E63-93E8-47A4-9B95-62ED7C1B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Codex Impact Workshop · 선발 사회혁신가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EB214-5824-494F-8C8A-F3E1A2ED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AD6F2-1542-4A95-8EC8-FDA3B72A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이동이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CCA14-4ED7-4012-A95B-8169F974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사단법인 서울환경연합 · 사무처장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9FEB3-CCF1-4420-9D86-9F2380B0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99FE5-6087-41C0-988D-B31733E5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2925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성과평가·의사결정 도구형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358A3-79B0-43F3-84C4-AA355F30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A211B1-C0BE-495A-BD14-5CCC6A40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참여 동기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E5AD4-B7BD-4EB9-B91A-B8527232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0B884-CE8C-4F59-AB5D-C9F75D50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이미 앱스스크립트 기반 자동화를 해왔고, 그다음 단계에서 어떤 성과관리 자동화가 가능한지 확인하고 싶습니다.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9D899-9CDD-4D6A-B8C0-3CD8EBFE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해결하고 싶은 문제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1FE59-914F-4520-9532-62C6BB56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6E021-29F1-488A-ADC7-375A14DD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언론보도 횟수를 성과 지표로 쓰지만, 과중한 활동가 업무 속에서 보도를 직접 모니터링하고 취합하기 어렵습니다.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09FBC1-5919-4B50-8851-5B240F33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현재 처리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6B92B0-9EE6-4010-B8C9-7956BDBF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99D56-024D-48E7-86EA-D9C590DB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구글 알리미로 키워드 뉴스를 잔디 채널에 실시간 수신하지만 별도 축적·분류 체계는 없습니다.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245687-7787-4871-BCC6-5AAC15E1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반복 업무 / 병목 / 비용·시간 낭비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AE5852-2F31-4FDA-8324-EE844BE0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631DD5-67F1-436F-90B5-C57EDD9F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뉴스 데이터가 휘발되고, 성과 평가 시점에 수동 아카이빙과 정성 평가가 후순위로 밀립니다.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85D741-DF7F-4D44-BC02-A69C2750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개발자와 함께 해보고 싶은 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EF117D-378E-4B59-9DFE-FF5A7E20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9F3EA4-7C0A-4E84-9587-80D50634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뉴스를 수집하고 사업계획서와 연결해 담당 팀·세부 사업별로 분류하며, 기사 심층성과 기자 정보를 함께 아카이빙하고 싶습니다.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6A2F80-A19E-4B84-81F6-306E7292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해결 후 기대 변화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CCF340-412C-4E33-86D8-7DFF9239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B1FA7D-8392-49FE-9E15-170E7E25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성과 측정 시간이 줄고, 캠페인 평가와 미디어 전략을 데이터 기반으로 더 정교하게 세울 수 있습니다.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FB36A6-0A9D-4E83-B343-AFA62F07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DA2317-1C16-47CF-93A6-D9D38778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소개 포인트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46C79A-7323-4FCB-91E0-0011595B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53100"/>
            <a:ext cx="904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성과평가·의사결정 도구형 · 언론보도 횟수를 성과 지표로 쓰지만, 과중한 활동가 업무 속에서 보도를 직접 모니터링하고 취합하기 어렵습니다.</a:t>
            </a:r>
          </a:p>
        </p:txBody>
      </p:sp>
    </p:spTree>
    <p:extLst>
      <p:ext uri="{BB962C8B-B14F-4D97-AF65-F5344CB8AC3E}">
        <p14:creationId xmlns:p14="http://schemas.microsoft.com/office/powerpoint/2010/main" val="2921000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B2C81F-8521-453B-B1B4-80FF2DAD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3E451-E770-4336-ADEB-865EB028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C1CCE-4A5C-47BA-9757-42C52065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Codex Impact Workshop · 선발 사회혁신가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95DE3-6EA7-4647-B3B8-DD6F22B8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1C2EE-9AFC-47C5-B392-3ED6D955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조하정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02405-EB51-42BC-899C-F5251258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부천희망재단 · 사무국장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D811C-D214-453A-849E-204CC04B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443F2-144B-4EAF-9B8D-C2D9DBA9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2925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성과평가·의사결정 도구형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0CD5E-66E2-4402-A369-56488733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6FF99-99EA-41E6-8C7E-A4CB80D5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참여 동기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968DA-267F-4054-A956-698D0A04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46D85B-7C4E-4112-B518-7E7E1DBB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AI 업무 자동화가 실제로 재단 운영에 어떤 도움을 주는지 직접 경험해보고 싶습니다.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7F225-9DF6-4111-A1E3-12819133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해결하고 싶은 문제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12C62-5C6F-46A2-BDAE-3C34563F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A6EA62-76E5-45EE-A0CB-6960E424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모금 데이터 관리가 시스템화되어 있지 않아 모금 전략 수립과 맞춤 커뮤니케이션을 거의 시도하지 못합니다.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F0240-1B35-4293-AB63-D756A079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현재 처리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BAEEBE-4665-4307-BD9A-DFBE86B0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D1C62-12F7-4092-8581-526F46B3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모금 출납, 기부금영수증 발급, 확인 문자 안내 등 문의 대응 중심으로 처리하고 있습니다.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46E000-FCCB-4873-A0CF-BAF35519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반복 업무 / 병목 / 비용·시간 낭비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0A7620-50AA-44EE-80DC-40441152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84FEE4-482B-44EB-B1EE-3BA1B82C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CMS 데이터 기반 기부자 보고서 작성과 전자기부금영수증 발급 사이에 반복 작업과 연결되지 않는 절차가 많습니다.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D75501-E5C6-4AA1-B227-89553A62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개발자와 함께 해보고 싶은 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090117-5B84-447C-898C-F6158DEE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5E6F8D-DA0C-4C66-9B6B-46C2881C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기부 데이터를 활용한 보고서·대시보드와 모금 캠페인 또는 행사 사이트를 빠르게 만들고 싶습니다.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1F450A-3969-47B0-86A9-7AB2C674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해결 후 기대 변화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34306D-66DA-4AF5-B641-1882BE89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D6A696-5B9B-48BD-BE71-568D99B7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모금 전략을 세우고 실행 후 피드백을 받을 수 있으며, 새 캠페인 커뮤니케이션을 더 빠르게 시도할 수 있습니다.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545A97-0DB0-4AA9-A509-CA417B33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7BB33E-E4A7-4926-8B3A-8B8DC8A8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소개 포인트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098F79-7FFD-477E-A282-7FD3ACE5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53100"/>
            <a:ext cx="904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성과평가·의사결정 도구형 · 모금 데이터 관리가 시스템화되어 있지 않아 모금 전략 수립과 맞춤 커뮤니케이션을 거의 시도하지 못합니다.</a:t>
            </a:r>
          </a:p>
        </p:txBody>
      </p:sp>
    </p:spTree>
    <p:extLst>
      <p:ext uri="{BB962C8B-B14F-4D97-AF65-F5344CB8AC3E}">
        <p14:creationId xmlns:p14="http://schemas.microsoft.com/office/powerpoint/2010/main" val="19067719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4E54DF-A682-4605-A272-F197DC18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7A428-149F-490D-9120-B867FB7C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C33DC-CCCE-4207-BAA0-58DED73C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Codex Impact Workshop · 선발 사회혁신가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8FB2B-425C-4A85-BA43-BED58AF7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2F5BA-7D5F-4DF6-A9D3-69387720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이젠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48FDC-BA48-4A5F-A9D3-DA862BE1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개인 · 경북 청도에서 AI 야학 프로그램 운영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C290E-56CF-4748-B37A-C7C6B0D2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92EFC-96AC-497D-86B0-046AAC5A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2925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성과평가·의사결정 도구형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B0652-EC73-4736-AC12-A1FB2A92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52EA3-CA31-4CEF-A7AE-DF27C93E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참여 동기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6C266-A663-40B5-AAF2-4812CEDE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59BFC-EB30-45E9-AF37-14566652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전국 군청 자유게시판과 공공데이터를 모아 귀촌 이유와 어려움을 심층 분석하고 싶습니다.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1DCA1-F942-4AEB-B82B-F3BE24D5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해결하고 싶은 문제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1986C-86B5-4ADC-B873-33ACE21E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90C19-D660-4628-A042-391AAF56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소멸 예정 지역 정책은 많지만, 사람들이 왜 귀촌하고 어떤 어려움을 겪는지 사일로를 넘는 분석이 부족합니다.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51258E-A01F-4F61-9490-78B23194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현재 처리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2B99D-FD78-4EA9-AB4E-A8E35AED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9D0469-7E36-4353-AE48-AE4C61BD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관계자 경험과 감에 의존하거나, 아예 처리하지 못하는 경우가 많습니다.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2FDEC1-6215-4CF1-819F-4AE46403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반복 업무 / 병목 / 비용·시간 낭비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01AD08-B2D3-40C9-92F9-73C9CC24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76313-292D-4632-A5A5-79A17FCD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정제되지 않은 게시판 데이터와 공공데이터가 분리되어 있어 원인 분석 없이 예산 집행 중심으로 흐릅니다.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367126-5E19-4E15-A32E-E585BABD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개발자와 함께 해보고 싶은 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29A203-7B68-4279-B52E-D7DCAD40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0FAA68-B189-45BA-A5CE-63607BF6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전국 귀촌 관련 공개·비정형 데이터를 수집, 정제, 시맨틱 분석하는 데이터 분석 흐름을 만들고 싶습니다.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05A925-8E58-4A3F-9297-E502B292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해결 후 기대 변화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ACC661-B0D4-475E-999F-2BD8F635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26D32B-0CCE-4237-A2C2-E5FBE723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정주인구와 지역 정책 수립에서 문제 원인을 먼저 분석하고 해결책을 설계하는 접근이 가능해집니다.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574E65-8EDA-49A3-A599-4A95258B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CC70CF-96D1-43D8-B8F6-569698B3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소개 포인트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34889E-F591-4479-B1C5-0CECD11A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53100"/>
            <a:ext cx="904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성과평가·의사결정 도구형 · 소멸 예정 지역 정책은 많지만, 사람들이 왜 귀촌하고 어떤 어려움을 겪는지 사일로를 넘는 분석이 부족합니다.</a:t>
            </a:r>
          </a:p>
        </p:txBody>
      </p:sp>
    </p:spTree>
    <p:extLst>
      <p:ext uri="{BB962C8B-B14F-4D97-AF65-F5344CB8AC3E}">
        <p14:creationId xmlns:p14="http://schemas.microsoft.com/office/powerpoint/2010/main" val="14435866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361E98-C704-4716-B7B0-58802875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6BABF-4E7E-4AA3-B77B-B5EE4C6A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0644E-868E-4676-8202-EC37AFB6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Codex Impact Workshop · 선발 사회혁신가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B5C14-5E62-4846-B317-B4A470D6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6DF90-5C49-400A-9A73-E7EDE365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김성규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10D8B-7D1D-4497-9502-0A5081B7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함께만드는세상 · 경영지원/과장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4DB3F-952F-47B9-8D8A-2195DE68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BBD4B-9198-48D4-BC45-CC48D4C4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2925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성과평가·의사결정 도구형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89852-A733-4310-8311-622173BB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88D96-7244-48A8-998D-867DFF1A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참여 동기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A5FC4-E9B8-43AD-AF56-3E75567F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539C4-F769-449A-8964-5D9E6B06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신용 데이터 기반 조직에서 AI 활용과 인프라 설계를 안전하게 시작할 수 있는 기술 조언을 받고 싶습니다.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0F840-0942-4131-83AF-BE9C0EC6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해결하고 싶은 문제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DE57B3-6901-4108-872A-140F952E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9D9E54-5BD4-484E-A62A-EBF5FCAE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사업 참여자의 신청 정보와 참여 기록이 부서별·정성 데이터로 흩어져 표준화와 절차 단순화가 어렵습니다.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473CF-8C0A-4C40-85D0-2E6E321D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현재 처리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86AC8-2BB9-4DB2-8795-BC08A63E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177F6-BCBE-41B0-B6D7-2B40FB49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사내 AI 스터디를 통해 데이터 표준화를 공부하고 있지만, 실제 구축 전 설계 단계에 머물러 있습니다.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25C96D-B680-4C70-84BE-5E1FE291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반복 업무 / 병목 / 비용·시간 낭비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C30C9B-4B2B-4B36-9A72-1EB4C2A9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6229BE-90C1-40F8-B605-977CB244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데이터 관리 환경이 정리되지 않아 오류 대응과 검색에 시간이 걸리고, 예산·전문가 범위 정의도 어렵습니다.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57F9E7-F3FA-40BB-86B6-EF935E1B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개발자와 함께 해보고 싶은 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26DAC2-8398-41F3-9356-A768BEC6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EC5232-CEB0-4FC4-9CD3-2457CF9A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현재 프로젝트 구조를 진단하고, AI가 할 수 있는 일과 개발 전문가가 필요한 일을 구분하는 설계를 원합니다.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4E5D06-5154-402C-A28B-7F3D760D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해결 후 기대 변화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50B199-3E93-40D6-9F15-A9C158AB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62CE81-2880-4769-91B7-AF3F6DA6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불필요한 업무 프로세스를 줄이고, 금융소외계층 참여자의 재정적 독립 경로를 추적하는 기반을 만들 수 있습니다.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E5A2F8-885F-4F26-8924-D69A8CDB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F5E6F2-7280-4DE7-AC46-1A6C9406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34E4A"/>
                </a:solidFill>
                <a:latin typeface="Apple SD Gothic Neo"/>
                <a:ea typeface="Apple SD Gothic Neo"/>
                <a:cs typeface="Apple SD Gothic Neo"/>
              </a:rPr>
              <a:t>소개 포인트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03A4A9-ADFB-43DE-84A4-79EFB1BF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53100"/>
            <a:ext cx="904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성과평가·의사결정 도구형 · 사업 참여자의 신청 정보와 참여 기록이 부서별·정성 데이터로 흩어져 표준화와 절차 단순화가 어렵습니다.</a:t>
            </a:r>
          </a:p>
        </p:txBody>
      </p:sp>
    </p:spTree>
    <p:extLst>
      <p:ext uri="{BB962C8B-B14F-4D97-AF65-F5344CB8AC3E}">
        <p14:creationId xmlns:p14="http://schemas.microsoft.com/office/powerpoint/2010/main" val="129322952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AD80AC-2F98-471A-83C5-FC73A514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9601F-F535-448B-94EA-EE6B9BBE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D2CC6-785F-4FC3-A7C3-63F72CAD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Codex Impact Workshop · 선발 사회혁신가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02D12-3C31-4A8E-BC4B-B03409BC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8A233-02BA-4154-8548-09C07C5A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김하나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F6449-D800-4447-AB82-169B2F17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(주)브라더스키퍼 · 대표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4A7F0-B515-433B-83AB-ECA7787E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C2410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54A76-B4A6-46B7-8A0D-0B246F8D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2925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제품·서비스 MVP형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F7DE3-34E1-4491-8FA8-1D34D409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FA3AB-722D-4B01-A054-9B5B264F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참여 동기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01790-6330-43DC-8395-7C8350C5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57EA4-7EC8-4FDE-9AAD-894F029B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플랜트솔루션 비즈니스에 AI를 접목해 업무 품질과 고객 가치를 함께 높이고 싶습니다.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0DD9C-3D7D-4509-8CE3-B467F716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해결하고 싶은 문제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20EFC-BD62-4504-AB45-06D7A063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41BD9F-774A-4525-BD3D-2A4EF93C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자립준비청년이 조경 전문성 없이 투입될 때 품질 유지가 어렵고, 반복 견적 문의 대응도 병목입니다.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0AC3B-2F58-4A9E-8DA1-AAD705C2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현재 처리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E73BEC-649C-4B58-AA86-57B73787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63DF5E-73DC-4828-8D82-CA1E031D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유지관리는 개인 역량과 도제식 교육에 의존하고, 견적은 팀장급 리더가 유선으로 파악해 제안서를 만듭니다.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2B29A0-56BA-4C1A-968B-84AA3E66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반복 업무 / 병목 / 비용·시간 낭비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0853D6-D15E-4D42-863F-C06ABFE7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4AB64E-8CED-46CA-A3DE-469AAA4A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관리 이력이 축적되지 않아 동선·관리 타이밍을 놓치고, 견적 응대는 특정 인력 역량에 크게 의존합니다.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FA7A6C-4B74-4702-AEFA-002E0682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개발자와 함께 해보고 싶은 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F329EC-65AA-4F09-8482-482C1BBD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BD68FA-0161-42A3-8BDE-52C16DA1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식물 유지관리 표준화와 견적 응대 자동화 가능성을 함께 판단하고 적용 가능한 해답을 찾고 싶습니다.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FC7ECF-98B3-41CD-811E-CAC1307D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해결 후 기대 변화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9EEEF7-196E-453C-AAAF-057D139E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6DF8F0-CE92-4037-A600-18C9FD0D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구성원 역량, 고객 만족도, 신규 고객 유입률을 함께 높일 수 있습니다.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8A71A8-E286-44B7-A5DE-18A75C5B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511797-83EE-4AFA-9131-51124036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소개 포인트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79F458-2D92-4760-8293-85B8BB35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53100"/>
            <a:ext cx="904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제품·서비스 MVP형 · 자립준비청년이 조경 전문성 없이 투입될 때 품질 유지가 어렵고, 반복 견적 문의 대응도 병목입니다.</a:t>
            </a:r>
          </a:p>
        </p:txBody>
      </p:sp>
    </p:spTree>
    <p:extLst>
      <p:ext uri="{BB962C8B-B14F-4D97-AF65-F5344CB8AC3E}">
        <p14:creationId xmlns:p14="http://schemas.microsoft.com/office/powerpoint/2010/main" val="40002792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407950-B180-4F2D-97FD-27B9B7A8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E30FF-0AE3-4C54-B482-DC65EB86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8793C-79AB-45C9-8B2A-FD49C411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Codex Impact Workshop · 선발 사회혁신가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87C6B-91F6-482E-83D2-4B0C0E0F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2D3E3-279F-4DDE-B9C0-73A5D7E4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홍원준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AFB8B-4D9E-492E-AA21-7E7C9E82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디지털자산기부연구회 · 회장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66682-033D-4426-9579-79C709BB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C2410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78873-0266-4802-AB82-00FF271A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2925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제품·서비스 MVP형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19ED1-1DE3-44B1-8E94-265AF130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5536D-40D4-426F-B535-E6578550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참여 동기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311C3-5FA9-459E-8C7B-3253C708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66202-7231-4C05-9394-F7F93A58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비영리단체가 디지털자산 기부를 받을 때 필요한 정보와 서류를 간소화하는 서비스를 만들고 싶습니다.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FC88D-DE7F-4985-8AAB-0507E44B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해결하고 싶은 문제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D1CED-9F3B-4FF4-97C0-C1C1637E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04899-3EBA-4488-A0D6-6925074E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디지털자산 기부는 전자지갑 개설, 단체 서류, 기부자 확인, 매도 등 절차가 복잡합니다.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A312E-5814-4076-A808-F8A4D5F8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현재 처리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2A15F-B1F2-401A-8C94-6C4F7ED5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C8B5E4-9832-492D-882F-1812B6D6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담당자가 법인 지갑 준비부터 기부자 확인, 자산 매도까지 관련자와 일일이 확인하며 처리합니다.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6A104-523D-47E8-9039-9E7EF345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반복 업무 / 병목 / 비용·시간 낭비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C2C73-7624-471B-9C1A-49E780C6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56FEA3-AE5F-4A23-A16F-6BF2A393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체크리스트 확인과 서류 준비, 내부 소통에 시간을 써서 기부자와 수혜자에게 결과를 전달할 여력이 부족합니다.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FF9A30-3A74-45E6-8BAD-3C603A01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개발자와 함께 해보고 싶은 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407A29-2FA8-4676-A2E2-6221CC60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C04A59-0D4E-44F0-9E5D-23570F53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기부 준비 세팅과 사후 처리를 돕고, 장기적으로 단체별 디지털자산 기부 페이지와 결과 공유 기능을 만들고 싶습니다.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FE4FA7-F722-4EFF-8E99-C3BDD189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해결 후 기대 변화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369BC6-C949-4C45-B36E-24BFFB0B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AF0ABE-A315-44F8-AB15-30D6737F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비영리단체는 기부 준비 부담을 줄이고, 기부자는 더 쉽고 편하게 기부할 수 있습니다.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5A0638-FFD7-4B10-94A2-2E7046CC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505A47-F68E-4CF1-A0CE-F6BA91D1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소개 포인트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416E91-C74E-42EB-BC92-191267AB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53100"/>
            <a:ext cx="904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제품·서비스 MVP형 · 디지털자산 기부는 전자지갑 개설, 단체 서류, 기부자 확인, 매도 등 절차가 복잡합니다.</a:t>
            </a:r>
          </a:p>
        </p:txBody>
      </p:sp>
    </p:spTree>
    <p:extLst>
      <p:ext uri="{BB962C8B-B14F-4D97-AF65-F5344CB8AC3E}">
        <p14:creationId xmlns:p14="http://schemas.microsoft.com/office/powerpoint/2010/main" val="110328965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47153E-A085-4D7D-95C6-E1A073DF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28072-22CF-42CF-9C40-76B0AC12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04A71-6104-4ADD-833A-6B28005F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Codex Impact Workshop · 선발 사회혁신가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13831-0066-4E20-9C9C-7FD4DE19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7435F-54AA-40DE-914B-BC093254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박혜민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D2088-E173-423E-8F6F-48608808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뉴웨이즈 · 대표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95B84-268F-466A-B36B-8C2D6E36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C2410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00B38-3A67-4598-9139-2BDB40A0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2925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제품·서비스 MVP형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B56BB-E78E-43E0-AF1F-3EC39396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6E601-A6DD-4667-92FF-79C004AF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참여 동기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1820E-2BCD-41A5-B350-0DA0E2EF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67A3F-3D67-4B2F-A441-14FF6A7E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지방선거 일정으로 미뤄둔 자동화 작업을 한 번에 정리하고 싶습니다.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8B456-FD3B-4D12-8D98-C0B284DE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해결하고 싶은 문제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D0D38-112A-4629-9761-9B2156B7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1BFD4-03E0-4515-BE9F-F210740A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조직이 해야 할 일이 많아 사람이 직접 하지 않아도 되는 일을 줄여야 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2C7A1-CC6D-4277-A73C-90B2C005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현재 처리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D096E-BC89-49A9-95E6-BF396788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09873C-9357-4EF5-9641-0F7E055B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가능한 한 효율적인 방식으로 처리하고 있지만, 여러 자동화 과제가 밀려 있습니다.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6C213E-28BD-4369-AD02-EA85FF0E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반복 업무 / 병목 / 비용·시간 낭비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1A12BD-B31D-4197-A487-C1F7A9FD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8A0837-96BB-4C87-ABCB-1193B327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메일 답변 관리 같은 반복 작업이 운영 집중도를 떨어뜨립니다.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FB2D94-657E-4D0C-9FC2-045F8404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개발자와 함께 해보고 싶은 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7AA9AE-BA52-4EFD-89F2-3E3DBC2B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719A8E-F951-4E39-A4C2-C64119F5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미뤄둔 자동화 작업을 개발자와 함께 범위화하고 빠르게 구현 가능한 것부터 처리하고 싶습니다.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B2D4F0-B1E2-43C3-99BC-BA9E55CD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해결 후 기대 변화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70DA7F-A82F-4F8A-8B76-94E13A3E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D10ED7-6A39-4036-AFA7-FC0E4F35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반복 운영 부담이 줄어 조직이 더 중요한 선거·참여 활동에 집중할 수 있습니다.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756508-1597-4A49-A565-CB9D26DC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8BB803-A2BD-48D3-98AC-0111C659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소개 포인트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DD50E2-341F-4C6D-AB3C-074155EE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53100"/>
            <a:ext cx="904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제품·서비스 MVP형 · 조직이 해야 할 일이 많아 사람이 직접 하지 않아도 되는 일을 줄여야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65194506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89500B-A6EF-482C-A75E-C77290B9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65A05-DEA7-4AF9-8DEC-205A7485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D5A98-002F-4299-AA53-039F3591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Codex Impact Workshop · 선발 사회혁신가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7BC54-395D-4B97-9A1A-CEF86E35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B4833-1C65-48A4-B20B-ED382B5C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이호경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342A2-559E-4789-BAD1-B8A61805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링키지랩 · 디지털 접근성 QA 진행 / 책임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C425C-7E4A-4295-B386-F5543A40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C2410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39B00-E3E1-44A4-A266-302C5F7A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2925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제품·서비스 MVP형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4A048-8517-4727-997C-B96A9458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A82DB-A9B0-4A25-978F-1E1D80EF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참여 동기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3F69E-588A-4143-9E8E-5E4F99F2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D8736-8B7E-4E8C-AE13-3C3701D1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장애 당사자 관점의 접근성 이슈를 개발자가 이해하고 개선할 수 있는 방식으로 더 잘 전달하고 싶습니다.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44B07-1B5E-4BD8-85BB-C86AAE64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해결하고 싶은 문제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E5C8F-0A8C-4676-B661-2E772772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69A42A-4A1D-4326-85CF-06EF366B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접근성 이슈를 텍스트 중심으로 주고받다 보니 개발자와의 기술 커뮤니케이션에서 이해 차이가 생깁니다.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C2E80-5538-44DA-8EEA-2D71BFBE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현재 처리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325C89-1D77-411F-AE59-9F30917D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E410E5-1865-4BF7-AA36-3BDB0D01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장애 당사자의 불편과 기술적 필요성을 텍스트로 설명하고 설득합니다.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FA9473-AFDA-4B27-B94F-DE447C03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반복 업무 / 병목 / 비용·시간 낭비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C015E4-9A2E-4A15-8B71-D8128947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0CB28-BF82-4CE3-99AC-992FFE43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일정 안에서 접근성 개선 우선순위가 밀리고, 설득 과정에서 커뮤니케이션 비용이 커집니다.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48C34F-9357-4DA9-A098-806B14FD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개발자와 함께 해보고 싶은 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47A60D-D690-4DEF-8A41-FEB668B2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00D79D-88D1-46AB-AB0E-EFD736A4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개발자가 필요로 하는 정보 구조를 확인하고, 접근성 개선 소통을 돕는 도구 구상을 함께 하고 싶습니다.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C4E2C6-BA95-46CB-9E08-844688F3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해결 후 기대 변화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B2BF8C-9419-476B-8446-0004CE83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389B02-1E60-4E2D-B857-483F3BA9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서비스 출시 후 뒤늦은 접근성 업데이트를 줄이고, 장애 당사자의 디지털 서비스 격차를 낮출 수 있습니다.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D1C414-4F7F-4094-ABF5-40548DDF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7CDA4B-7600-4CC2-B60E-B4226C2B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소개 포인트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C02C84-8407-43BD-8EC3-E4FCA723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53100"/>
            <a:ext cx="904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제품·서비스 MVP형 · 접근성 이슈를 텍스트 중심으로 주고받다 보니 개발자와의 기술 커뮤니케이션에서 이해 차이가 생깁니다.</a:t>
            </a:r>
          </a:p>
        </p:txBody>
      </p:sp>
    </p:spTree>
    <p:extLst>
      <p:ext uri="{BB962C8B-B14F-4D97-AF65-F5344CB8AC3E}">
        <p14:creationId xmlns:p14="http://schemas.microsoft.com/office/powerpoint/2010/main" val="173786867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E81BBB-C22C-4E19-92A7-0726D819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B7D56-9CE0-44E3-82D2-E33C9277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0493E-E2AD-4B23-832F-09A29FFA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Codex Impact Workshop · 선발 사회혁신가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CEADF-A03E-4B00-B139-1309B106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B5AE3-5FFE-4738-A168-589C0A6E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최효진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E0CE4-8D89-4942-B489-9797FB9D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중앙사회서비스원(개인) · 대리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829AA-1021-4428-BC78-B863B01F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C2410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574F5-590C-4D94-8373-47D23E03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2925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제품·서비스 MVP형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6C1E2-1245-4EEF-997D-D3A81960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F53EB-C117-4D83-B6EF-3A13CC50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참여 동기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D9CBC-EEFD-47B8-A539-7896F4DF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1D255-273F-4C92-A0F6-6383504F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복지·돌봄·행정 영역에서 AI를 어떻게 활용하고 기획할 수 있는지 배우고 싶습니다.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F6B89-DF19-4C95-8FC4-4C4897D0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해결하고 싶은 문제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CFAC48-0310-4A1C-806A-47127B0D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12037-9C27-4174-BE90-DF2D0185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통합돌봄 대상자에게 공공·민간 자원이 충분히 연결되지 못하고, 복지·기업 사회공헌 정보도 쉽게 찾기 어렵습니다.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62790-0734-49D8-B8A9-82A707B4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현재 처리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0DB076-49E3-450A-82A9-137A0F12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4865C-2433-41B3-8CDB-E373E157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복지포털, 기관 홈페이지, 게시판 등 흩어진 정보 제공 방식에 의존합니다.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BD96A1-36F3-4612-8E7A-801C4179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반복 업무 / 병목 / 비용·시간 낭비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8D426D-A431-4742-B88D-4CD18F2C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1F6F56-D680-42DA-A825-CBBBA721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복지정보와 기업 사회공헌 자원을 찾고 확인해 안내하는 과정에서 민원·자료 전달·정보 안내 업무가 반복됩니다.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A22046-5EEB-49B9-B92F-CE281AD1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개발자와 함께 해보고 싶은 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4289B8-DF1C-4A1A-81E3-0C83BC75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801D8E-9754-4377-9366-F3B1B94E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QR 기반 안내 페이지 또는 플랫폼 형태와 데이터 구조를 함께 판단하고, 대상자 상황별 자원 연결 방식을 설계하고 싶습니다.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9B4F60-595B-4891-87C2-00B29C85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해결 후 기대 변화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8B95B4-AA85-47E7-BC81-589E18EC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B3C80B-7E5A-45CC-8347-0E31CC98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공공·민간 복지자원을 한눈에 보고 욕구별로 연결하는 기반이 생겨 통합돌봄 사각지대를 줄일 수 있습니다.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A6E2DA-DF48-4A8D-9636-4C60F1F1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753CEB-5232-410C-BF0C-8EEEB1AF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7C2D12"/>
                </a:solidFill>
                <a:latin typeface="Apple SD Gothic Neo"/>
                <a:ea typeface="Apple SD Gothic Neo"/>
                <a:cs typeface="Apple SD Gothic Neo"/>
              </a:rPr>
              <a:t>소개 포인트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B8424E-D46B-4557-AEBF-CBFF65EB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53100"/>
            <a:ext cx="904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제품·서비스 MVP형 · 통합돌봄 대상자에게 공공·민간 자원이 충분히 연결되지 못하고, 복지·기업 사회공헌 정보도 쉽게 찾기 어렵습니다.</a:t>
            </a:r>
          </a:p>
        </p:txBody>
      </p:sp>
    </p:spTree>
    <p:extLst>
      <p:ext uri="{BB962C8B-B14F-4D97-AF65-F5344CB8AC3E}">
        <p14:creationId xmlns:p14="http://schemas.microsoft.com/office/powerpoint/2010/main" val="173587603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FA5DCF-7EB4-4AB3-BF3E-7157EE83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9F61A-1F41-4312-A1EE-B9F409FC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D385A-1187-46B5-86BF-7A27C443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Codex Impact Workshop · 선발 사회혁신가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59E79-7184-43F2-BF12-00044335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11A91-271D-4560-801F-EA1D248D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조성훈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803E6-A502-4481-AF3A-780E7F5A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푸른나무재단 · 센터장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05188-CA12-4E30-89D1-F5B5B1D5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2EF1F-CAC6-497E-9DFE-30F33A36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2925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중간지원조직 확산형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798E2-571C-4EF0-B2EF-B9665C0D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7567F-9F71-4F61-8DCC-F534A435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참여 동기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0E66C-C246-4AFF-972F-3EBF621A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5B1A1-1CF0-4E16-B558-3EB10BFC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Codex를 초보적으로 써보며 가능성을 느꼈지만, 실제 업무에 어떻게 적용할지 막막해 참여했습니다.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DE773-F895-44E9-A045-54E7C8E1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해결하고 싶은 문제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AC5E41-0E5A-4BAC-9AB3-1133775A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5EEC0-F4DC-43FB-9B5E-C9F92530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급변하는 시대에 청소년의 가치, 정의, 인성 기준을 정립하는 일이 점점 어려워지고 있습니다.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C91FA1-071A-4C4D-9F88-0C52A167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현재 처리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EB5910-2C3D-414D-B690-5C3378E6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7214D-AAEE-4CFD-A29D-042C4DCC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거버넌스를 형성하고 사업비 지원을 받아 예방교육과 캠페인을 진행합니다.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90F5A-9F8E-425A-98F0-28272646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반복 업무 / 병목 / 비용·시간 낭비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5AC5DE-BA1D-483C-A1E2-5FD8C4C4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43FBD4-5DD8-4DD4-8EB7-597A83CD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사업제안서, 계획서, 결과보고서 작성이 반복되고 업무 프로세스 자동화 가능 영역이 정리되어 있지 않습니다.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D7F6C-4B66-4E40-A8BC-CDB482A6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개발자와 함께 해보고 싶은 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D4439B-3850-41DF-BDAC-62F73D20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A907F1-2B1B-4FDA-8C17-B5112FB1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부서 업무 프로세스 중 자동화할 수 있는 영역을 탐색하고 테스트하고 싶습니다.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9360E2-DCB4-4184-9848-65BB72DA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해결 후 기대 변화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456954-932F-4266-A1CE-13BC96B4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72BCFF-2611-4A6D-B5A7-EC1603EC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정해진 인력으로 더 많은 일을 할 수 있고, 청소년 사회문제 해결의 실행 범위가 넓어집니다.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564B86-7C0C-44E9-B38C-E751D744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DE1731-1D80-435F-A63B-440A4D74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소개 포인트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11A890-083C-4E7A-81CC-2542EA3E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53100"/>
            <a:ext cx="904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중간지원조직 확산형 · 급변하는 시대에 청소년의 가치, 정의, 인성 기준을 정립하는 일이 점점 어려워지고 있습니다.</a:t>
            </a:r>
          </a:p>
        </p:txBody>
      </p:sp>
    </p:spTree>
    <p:extLst>
      <p:ext uri="{BB962C8B-B14F-4D97-AF65-F5344CB8AC3E}">
        <p14:creationId xmlns:p14="http://schemas.microsoft.com/office/powerpoint/2010/main" val="50302392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BD2E31-6526-4A99-A273-AADC7BE4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C5E16-8E1F-4ACD-964D-F7BCB8CF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DEFC4-BD8E-4C1A-A808-C7979624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Codex Impact Workshop · 선발 사회혁신가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D8C8A-65B3-4ED0-A66D-0FDBEAEB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5E972-0AB2-4043-B116-96D6DA29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이상화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EF7BF-F6AD-4FFF-B5D9-0A187141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경기도공익활동지원센터 · 기획홍보팀장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FEC58-64E3-447C-BBA5-CC0B8EF3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A158E-B424-4E90-B7D4-8731996E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2925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중간지원조직 확산형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C1C3F-23AE-4B8E-9FC1-54C8B798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9E715-1F93-439E-9A86-6E103ADF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참여 동기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D9B68-B91B-49F5-85E0-BC017EE6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7A6B7-A297-40D8-843D-F61B41F9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공익단체 지원과 홍보 업무를 더 효율적으로 운영하는 방법을 찾고 싶습니다.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CF85B-8362-44AC-80FF-1312680D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해결하고 싶은 문제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9C038-C576-4B67-A664-874C332A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71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243D09-42EE-4B98-9DA3-7E9DB1D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공익단체 활동소식을 알리고 모으는 일이 수동 서칭과 개별 연락에 의존합니다.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D7993-F50C-4546-A524-17E7C601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현재 처리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D1D4C-5361-4B65-94A8-00E2F4ED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011B6F-DBC0-4B02-B7A3-39659444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공익단체 소식을 직접 찾거나 연락해 수집하고 웹사이트 운영 자료를 정리합니다.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DF9850-CB19-4FD1-AFA7-520A6E74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반복 업무 / 병목 / 비용·시간 낭비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656FE4-2F7A-48EB-9C56-CF20A3AF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672A42-9173-4904-81B4-9CE912EF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765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자료 업로드 시 썸네일 제작, 공익소식 서치, 원고 검토 같은 반복 업무가 홍보 역량을 분산시킵니다.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BD520A-771C-49E4-9523-ACF3030C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개발자와 함께 해보고 싶은 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FC7E9B-1950-445D-9CE9-BC08BC69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8D0C31-799A-4633-95CB-7AC5C348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데이터 정리와 웹사이트 운영을 원활하게 만드는 도구 또는 자동화 흐름을 만들고 싶습니다.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414AE0-E204-435C-A22E-296A004F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해결 후 기대 변화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E21BB5-A26E-4B11-9922-2442D57D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89BC98-E5BE-4197-A27E-28909E82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67150"/>
            <a:ext cx="449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센터 홍보기능이 강화되어 경기도 공익단체들의 활동을 더 널리 알릴 수 있습니다.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B299B0-BD49-4B5F-B606-08B2552F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F30EB4-98CF-446B-8C28-BC0E47F4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4C1D95"/>
                </a:solidFill>
                <a:latin typeface="Apple SD Gothic Neo"/>
                <a:ea typeface="Apple SD Gothic Neo"/>
                <a:cs typeface="Apple SD Gothic Neo"/>
              </a:rPr>
              <a:t>소개 포인트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AB8B5B-B330-42B6-AD2F-754FB7E2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53100"/>
            <a:ext cx="904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중간지원조직 확산형 · 공익단체 활동소식을 알리고 모으는 일이 수동 서칭과 개별 연락에 의존합니다.</a:t>
            </a:r>
          </a:p>
        </p:txBody>
      </p:sp>
    </p:spTree>
    <p:extLst>
      <p:ext uri="{BB962C8B-B14F-4D97-AF65-F5344CB8AC3E}">
        <p14:creationId xmlns:p14="http://schemas.microsoft.com/office/powerpoint/2010/main" val="726800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2026-06-17T00:08:01.4940000Z</dcterms:created>
  <dcterms:modified xsi:type="dcterms:W3CDTF">2026-06-17T00:08:01.4940000Z</dcterms:modified>
</coreProperties>
</file>